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36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0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16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9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57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33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05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13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5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97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8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41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1DC34-75E5-411D-967F-52C49696A2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B34C9-3D1A-43E4-998B-ADAE63468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76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" t="3989" r="152" b="7846"/>
          <a:stretch/>
        </p:blipFill>
        <p:spPr>
          <a:xfrm>
            <a:off x="1143000" y="311726"/>
            <a:ext cx="6858000" cy="60371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6505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mumbai tatto</dc:creator>
  <cp:lastModifiedBy>admin</cp:lastModifiedBy>
  <cp:revision>1</cp:revision>
  <dcterms:created xsi:type="dcterms:W3CDTF">2025-12-11T12:09:30Z</dcterms:created>
  <dcterms:modified xsi:type="dcterms:W3CDTF">2025-12-11T12:34:39Z</dcterms:modified>
</cp:coreProperties>
</file>